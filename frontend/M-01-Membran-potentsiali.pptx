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 potentsiali barcha hujayralarda mavjud bo'lgan elektr potentsial farqidir.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 va mushak hujayralari tez o'zgaruvchan elektroximik impulslar hosil qiladi.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impulslar signalni uzatish uchun ishlatiladi.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 potentsiali hujayra funksiyalarini faollashtiradi.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 Potentsialining Asosiy Fizikasi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Ionlar konsentratsiyasi farqi membran potentsialini hosil qiladi.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Selektiv o'tkazuvchan membranalar ionlar harakatini cheklaydi.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Diffuziya potentsiali ionlar harakati bilan hosil bo'ladi.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Nernst tenglamasi ionlar konsentratsiyasi farqiga bog'liq potentsialni ifodalaydi.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Nernst Tenglamasi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Nernst potentsiali ma'lum ionning membrana orqali diffuziyasini to'xtatadi.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Tenglama ionlarning ikki tomonlama konsentratsiya nisbatiga bog'liq.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Ionning elektr zaryadi va harorat Nernst potentsialiga ta'sir qiladi.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Kaliy ionlari uchun Nernst potentsiali -94 millivoltni tashkil etadi.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Tenglamasi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tenglamasi bir nechta ionlar uchun membran potentsialini hisoblaydi.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Ionlarning membrana o'tkazuvchanligi potentsialga ta'sir qiladi.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Sodium, kaliy va xlor ionlari potentsialni aniqlashda muhimdir.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 potentsiali odatda kaliy diffuziyasi bilan belgilanadi.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Tinchlik Membran Potentsiali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Tinchlik potentsiali katta nerv tolalarida taxminan -70 millivoltni tashkil etadi.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Potensialning ko'p qismi kaliy ionlarining diffuziyasi bilan belgilanadi.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Na+-K+ nasosi tinchlik potentsialiga qo'shimcha ta'sir ko'rsatadi.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Xlor ionlari ham potentsialni shakllantirishda ishtirok etadi.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 Impulsining O'tkazilishi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 signallari harakat potentsiali orqali uzatiladi.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 potentsiali membran potentsialining tez o'zgarishi bilan boshlanadi.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Natriy va kaliy kanallari harakat potentsialini hosil qiladi.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 potentsiali nerv tolasi bo'ylab tarqaladi.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Kanallari va Ularning Roli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kanallari ligand va voltaj bilan boshqariladigan turlarga bo'linadi.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Natriy va kaliy kanallari harakat potentsialini boshqaradi.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kanallari ochilishi va yopilishi potentsial o'zgarishiga olib keladi.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kanallari nerv hujayralarining elektr javoblarini shakllantiradi.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 potentsiali hujayra faoliyatining asosiy komponentidir.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Ionlarning membrana orqali harakati potentsialni shakllantiradi.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Nernst va Goldman tenglamalari potentsialni hisoblashda muhimdir.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 potentsiali nerv va mushak hujayralarining funksiyasini belgilaydi.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M-01 — Membran Potentsiali</dc:title>
  <dc:subject>PptxGenJS Presentation</dc:subject>
  <dc:creator>iMentor</dc:creator>
  <cp:lastModifiedBy>iMentor</cp:lastModifiedBy>
  <cp:revision>1</cp:revision>
  <dcterms:created xsi:type="dcterms:W3CDTF">2026-08-06T15:31:42Z</dcterms:created>
  <dcterms:modified xsi:type="dcterms:W3CDTF">2026-08-06T15:31:42Z</dcterms:modified>
</cp:coreProperties>
</file>