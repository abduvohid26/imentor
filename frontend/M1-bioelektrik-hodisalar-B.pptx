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Bioelektrik hodisalar organizmning turli jarayonlarini boshqarishda muhim rol o'ynaydi.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Hujayra membranasi bioelektrik signallarni o'tkazishda asosiy rol o'ynaydi. (Manba: Guyton and Hall Textbook of Medical Physiology, 14ed)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Membran potentsiali hujayra ichidagi va tashqarisidagi ionlar nisbatiga bog'liq. (Manba: Ganaong Physiology)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Ion kanallari va nasoslari hujayra ichidagi va tashqarisidagi ion muvozanatini saqlaydi. (Manba: Guyton and Hall Textbook of Medical Physiology, 14ed)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EKG yurakning elektr faolligini kuzatish uchun muhim vosita hisoblanadi. (Manba: Guyton and Hall Textbook of Medical Physiology, 14ed)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Ventrikulyar fibrilatsiya yurakning samarali qon haydashini to'xtatadi va tezkor davolash talab etadi. (Manba: Guyton and Hall Textbook of Medical Physiology, 14ed)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Atrial fibrilatsiya uzoq muddatda yurak yetishmovchiligiga olib kelishi mumkin. (Manba: Guyton and Hall Textbook of Medical Physiology, 14ed)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Bioelektrik hodisalar va ularning fiziologik jarayonlardagi roli sog'liqni saqlashda muhim ahamiyatga ega. (Manba: Ganaong Physiology)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Dars rejasi — har bo‘lim keyingi slaydlarda vizual bilan ochiladi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1338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27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24"/>
                </a:solidFill>
              </a:rPr>
              <a:t>Bioelektrik hodisalar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856232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hujayra membranalari orqali elektr signallari uzatilishi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11338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5059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24"/>
                </a:solidFill>
              </a:rPr>
              <a:t>Fiziologiya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679192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organizmning normal funksiyalarini o'rganish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74320" y="438912"/>
            <a:ext cx="6126480" cy="56235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548640"/>
            <a:ext cx="5907024" cy="51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5733288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The original uploader was Synaptidude at English Wikipedia. · GFDL 1.2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0" y="457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Hujayra Membranasi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14300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132588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9984" y="15590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6729984" y="1559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69480" y="1399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Membrana tuzilishi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1673352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lipid ikki qavatli, oqsillar bilan to'ldirilgan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0" y="2304288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9984" y="253746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25374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23774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Ion kanallari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651760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natriy, kaliy, kaltsiy va xlor ionlari uchun yo'llar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 Textbook of Medical Physiology, 14ed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806440" y="438912"/>
            <a:ext cx="6126480" cy="56235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6168" y="548640"/>
            <a:ext cx="5907024" cy="51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16168" y="5733288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Artwork by Synaptidude at en.wikipedia · CC BY-SA 3.0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20040" y="457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Membran Potentsiali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320040" y="132588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" y="15590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" y="1559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1399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Dam olish potentsiali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673352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hujayra ichidagi va tashqarisidagi ionlar konsentratsiyasi farqi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" y="253746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25374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23774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Harakat potentsiali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hujayra membranasining qisqa muddatli depolarizatsiyasi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Ganaong Physiology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Ion Kanallari va Nasoslar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521440" cy="3063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932688"/>
            <a:ext cx="11301984" cy="2569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" y="3557016"/>
            <a:ext cx="11301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Alejandro Porto · CC BY-SA 3.0 (Wikimedia Commons)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0040" y="4023360"/>
            <a:ext cx="56784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" y="41879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16966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Ion kanallari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4645152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passiv transport uchun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3056" y="4023360"/>
            <a:ext cx="56784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7648" y="41879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27648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03136" y="416966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Ion nasoslari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27648" y="4645152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aktiv transport uchun, masalan, Na+/K+ nasosi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 Textbook of Medical Physiology, 14ed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Elektrokardiogramma (EKG)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687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960120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F24"/>
                </a:solidFill>
              </a:rPr>
              <a:t>EKG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4132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yurakning elektr faolligini qayd etish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868680"/>
            <a:ext cx="568756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91072" y="9875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987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960120"/>
            <a:ext cx="4956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F24"/>
                </a:solidFill>
              </a:rPr>
              <a:t>Standart limb leadlari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91072" y="1371600"/>
            <a:ext cx="54132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I, II, III va augmented leadlar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11521440" cy="33832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2715768"/>
            <a:ext cx="11301984" cy="28895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9768" y="5660136"/>
            <a:ext cx="11301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BruceBlaus. When using this image in external sources it can be cited as: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Blausen.com staff (2014). "Medical gallery of Blausen Medical 201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 Textbook of Medical Physiology, 14ed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274320" y="438912"/>
            <a:ext cx="6126480" cy="56235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548640"/>
            <a:ext cx="5907024" cy="51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5733288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OpenStax College · CC BY 3.0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0" y="457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Ventrikulyar Fibrilatsiya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14300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132588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9984" y="15590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6729984" y="1559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69480" y="1399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Fibrilatsiya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1673352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yurak mushaklarining tartibsiz qisqarishi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0" y="2304288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9984" y="253746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25374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23774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Defibrilatsiya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651760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elektr toki yordamida yurak ritmini tiklash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 Textbook of Medical Physiology, 14ed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806440" y="438912"/>
            <a:ext cx="6126480" cy="56235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6168" y="548640"/>
            <a:ext cx="5907024" cy="51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16168" y="5733288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Julian Taranda, Stéphane F. Maison, Jimena A. Ballestero, Eleonora Katz, Jessica Savino, Douglas E. Vetter, Jim Boulter, M. Charles Liberman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20040" y="457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Atrial Fibrilatsiya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" y="114300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320040" y="132588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" y="15590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" y="1559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139903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Atrial fibrilatsiya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673352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yurakning yuqori bo'limlarining tartibsiz qisqarishi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" y="253746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" y="25374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23774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Antikoagulyantlar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4343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qon ivishini oldini olish uchun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 Textbook of Medical Physiology, 14ed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Fanni o‘zlashtirish uchun zarur boshlang‘ich bilimlar bioelekt...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Xulosa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1521440" cy="3063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932688"/>
            <a:ext cx="11301984" cy="2569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" y="3557016"/>
            <a:ext cx="11301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BruceBlaus. When using this image in external sources it can be cited as: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Blausen.com staff (2014). "Medical gallery of Blausen Medical 201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0040" y="4023360"/>
            <a:ext cx="56784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" y="41879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416966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Bioelektrik hodisalar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4645152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organizmning turli jarayonlarini boshqarish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3056" y="4023360"/>
            <a:ext cx="5678424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7648" y="41879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27648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03136" y="416966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Fiziologik jarayonlarni tushunish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27648" y="4645152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sog'liqni saqlashda muhim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Ganaong Physiology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— Fanni o‘zlashtirish uchun zarur boshlang‘ich bilimlar bioelektrik hodisalar</dc:title>
  <dc:subject>PptxGenJS Presentation</dc:subject>
  <dc:creator>iMentor</dc:creator>
  <cp:lastModifiedBy>iMentor</cp:lastModifiedBy>
  <cp:revision>1</cp:revision>
  <dcterms:created xsi:type="dcterms:W3CDTF">2026-08-06T15:44:44Z</dcterms:created>
  <dcterms:modified xsi:type="dcterms:W3CDTF">2026-08-06T15:44:44Z</dcterms:modified>
</cp:coreProperties>
</file>