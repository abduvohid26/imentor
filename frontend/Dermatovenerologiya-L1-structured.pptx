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Teri anatomiyasi va fiziologiyasi haqida umumiy ma'lumot beriladi.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Mazmun rejasida asosiy mavzular keltiriladi.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Teri qatlamlari va ularning vazifalari haqida ma'lumot.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Teri hajmi va vazni haqida statistik ma'lumotlar.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Teri vazifalari va ularning jarayonlari haqida ma'lumot.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Bakterial va virusli teri kasalliklari taqqoslanadi.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Atopik dermatit holati va davolash usullari.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Teri qatlamlarining diagrammasi.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Teri anatomiyasi va fiziologiyasi haqida umumiy xulosa.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01168"/>
            <a:ext cx="4389120" cy="310896"/>
          </a:xfrm>
          <a:prstGeom prst="roundRect">
            <a:avLst/>
          </a:prstGeom>
          <a:solidFill>
            <a:srgbClr val="2E9E9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1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Dermatovenerologiya(Stom) · L1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7552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iMentor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35661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Dermatovenerologiyaga kirish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4389120" cy="310896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Dermatovenerologiya(Stom) · L1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Mazmun rejası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155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481328"/>
            <a:ext cx="402336" cy="402336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81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10149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11155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194560"/>
            <a:ext cx="402336" cy="402336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10149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fiziologiyasi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2798064"/>
            <a:ext cx="11155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907792"/>
            <a:ext cx="402336" cy="402336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907792"/>
            <a:ext cx="10149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 tarixi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511296"/>
            <a:ext cx="11155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621024"/>
            <a:ext cx="402336" cy="402336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6210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621024"/>
            <a:ext cx="10149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kasalliklari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4224528"/>
            <a:ext cx="11155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4334256"/>
            <a:ext cx="402336" cy="402336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4334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334256"/>
            <a:ext cx="10149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parvarishi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4389120" cy="310896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Dermatovenerologiya(Stom) · L1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99032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99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371600"/>
            <a:ext cx="5715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Epidermis: yuzaki qatlam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2148840"/>
            <a:ext cx="5715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Dermis: o'rta qatlam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953512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" y="2926080"/>
            <a:ext cx="5715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Gipodermis: ichki qatlam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730752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3703320"/>
            <a:ext cx="5715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qo'shimchalari: soch, tirnoq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507992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507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4480560"/>
            <a:ext cx="5715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bezlari: yog' va ter bezlari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040880" y="777240"/>
            <a:ext cx="4572000" cy="5212080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1080" y="1559052"/>
            <a:ext cx="2514600" cy="3648456"/>
          </a:xfrm>
          <a:prstGeom prst="roundRect">
            <a:avLst/>
          </a:prstGeom>
          <a:solidFill>
            <a:srgbClr val="2E9E9E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6640" y="3643884"/>
            <a:ext cx="1280160" cy="12801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4389120" cy="310896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Dermatovenerologiya(Stom) · L1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maydoni va vazni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49824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51755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1.5-2 m²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maydoni kattalar uchun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8776" y="1828800"/>
            <a:ext cx="5449824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2286000"/>
            <a:ext cx="51755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kg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391656" y="3840480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teri vazni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4389120" cy="310896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Dermatovenerologiya(Stom) · L1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fiziologiyasi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31620" y="2011680"/>
            <a:ext cx="731520" cy="731520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54580" y="2240280"/>
            <a:ext cx="1783080" cy="27432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61188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organizmni tashqi muhitdan himoya qiladi.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0540" y="2011680"/>
            <a:ext cx="731520" cy="731520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43500" y="2240280"/>
            <a:ext cx="1783080" cy="27432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Termoregulyatsiya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61188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 haroratini nazorat qiladi.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09460" y="2011680"/>
            <a:ext cx="731520" cy="731520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932420" y="2240280"/>
            <a:ext cx="1783080" cy="27432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61188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sezgi organi sifatida xizmat qiladi.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98380" y="2011680"/>
            <a:ext cx="731520" cy="731520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61120" y="3017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Metabolizm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0" y="361188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 sintezida ishtirok etadi.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4389120" cy="310896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Dermatovenerologiya(Stom) · L1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kasalliklari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4904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Oʻng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Etiologiya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Bakterial infektsiyalar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Virusli infektsiyalar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Davolash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Antibiotiklar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Antiviral dorilar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Misollar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Impetigo, furunkul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Herpes, molluskum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4389120" cy="310896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Dermatovenerologiya(Stom) · L1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holat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6400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9E"/>
                </a:solidFill>
              </a:rPr>
              <a:t>Klinik holat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93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1965960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Bemorda qizarish va qichishish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2715768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biopsiyasi olingan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93008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93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7008" y="3465576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Diagnostika: atopik dermatit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242816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4215384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Davolash: kortikosteroid krem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992624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92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7008" y="4965192"/>
            <a:ext cx="5440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simptomlar yengillashdi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0" y="1280160"/>
            <a:ext cx="4297680" cy="4663440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23" name="Shape 21"/>
          <p:cNvSpPr/>
          <p:nvPr/>
        </p:nvSpPr>
        <p:spPr>
          <a:xfrm>
            <a:off x="8819388" y="1979676"/>
            <a:ext cx="2363724" cy="3264408"/>
          </a:xfrm>
          <a:prstGeom prst="roundRect">
            <a:avLst/>
          </a:prstGeom>
          <a:solidFill>
            <a:srgbClr val="2E9E9E"/>
          </a:solidFill>
          <a:ln/>
        </p:spPr>
      </p:sp>
      <p:sp>
        <p:nvSpPr>
          <p:cNvPr id="24" name="Shape 22"/>
          <p:cNvSpPr/>
          <p:nvPr/>
        </p:nvSpPr>
        <p:spPr>
          <a:xfrm>
            <a:off x="7659014" y="3845052"/>
            <a:ext cx="1203350" cy="120335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4389120" cy="310896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Dermatovenerologiya(Stom) · L1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85800"/>
            <a:ext cx="6766560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824728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B7A"/>
                </a:solidFill>
              </a:rPr>
              <a:t>Andrewmeyerson · CC BY-SA 3.0 (Wikimedia Commons)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498080" y="777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tuzilishi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901952"/>
            <a:ext cx="347472" cy="347472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0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73568" y="1874520"/>
            <a:ext cx="36118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tuzilishi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4389120" cy="310896"/>
          </a:xfrm>
          <a:prstGeom prst="round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Dermatovenerologiya(Stom) · L1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uch qatlamdan iborat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 va sezgi vazifalari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2004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kasalliklari keng tarqalgan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3977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parvarish muhim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4754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4754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Dermatovenerologiya asoslari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 anatomiyasi va fiziologiyasi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Teri anatomiyasi va fiziologiyasi</dc:title>
  <dc:subject>PptxGenJS Presentation</dc:subject>
  <dc:creator>FJSTI Tibbiyot Professori</dc:creator>
  <cp:lastModifiedBy>FJSTI Tibbiyot Professori</cp:lastModifiedBy>
  <cp:revision>1</cp:revision>
  <dcterms:created xsi:type="dcterms:W3CDTF">2026-08-06T15:55:28Z</dcterms:created>
  <dcterms:modified xsi:type="dcterms:W3CDTF">2026-08-06T15:55:28Z</dcterms:modified>
</cp:coreProperties>
</file>