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Membran potentsiali barcha hujayralarda mavjud bo'lib, ayniqsa nerv va mushak hujayralarida signal uzatishda muhim rol o'ynaydi. (Manba: Guyton and Hall, 63-bet)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Ionlar konsentratsiyasi membrana potentsialini hosil qiladi. Nernst tenglamasi bu potentsialni hisoblashda qo'llaniladi. (Manba: Guyton and Hall, 63-bet)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Nernst tenglamasi har qanday univalent ion uchun Nernst potentsialini hisoblash imkonini beradi. (Manba: Guyton and Hall, 63-bet)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Goldman tenglamasi membrana bir nechta ionlarga o'tkazuvchan bo'lganda potentsialni hisoblashda qo'llaniladi. (Manba: Guyton and Hall, 64-bet)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Tinchlik membran potentsiali hujayra signallar uzatmayotganda o'lchanadi va asosan kaliy ionlari diffuziyasi bilan belgilanadi. (Manba: Guyton and Hall, 65-bet)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Kaliy va natriy ionlari membran potentsialini shakllantirishda asosiy rol o'ynaydi. (Manba: Ganong, 87-bet)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Ion kanallari hujayra membranasidagi potentsial o'zgarishlarini boshqaradi. (Manba: Ganong, 87-bet)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Membran potentsiali hujayra hayotiy funktsiyalari uchun zarur va uning o'zgarishi turli ionlar va ularning membrana orqali o'tkazuvchanligi bilan belgilanadi. (Manba: Guyton and Hall, 70-bet)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 — Membran potentsiali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Kirish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</a:rPr>
              <a:t>Dars rejasi — har bo‘lim keyingi slaydlarda vizual bilan ochiladi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11338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27632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27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8191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24"/>
                </a:solidFill>
              </a:rPr>
              <a:t>Membran potentsiali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856232"/>
            <a:ext cx="10241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hujayra membranasi bo'ylab elektr potentsial farqi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331720"/>
            <a:ext cx="11338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50592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50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0487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F24"/>
                </a:solidFill>
              </a:rPr>
              <a:t>Asosiy hujayralar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679192"/>
            <a:ext cx="10241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</a:rPr>
              <a:t>nerv va mushak hujayralari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Guyton and Hall, 63-bet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 — Membran potentsiali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20040" y="457200"/>
            <a:ext cx="5074920" cy="55321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" y="621792"/>
            <a:ext cx="4745736" cy="4910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" y="5641848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The original uploader was Synaptidude at English Wikipedia. · GFDL 1.2 (Wikimedia Commons)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040880" y="4572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Membran potentsialining asosiy fizikasi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040880" y="1097280"/>
            <a:ext cx="14630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7040880" y="1280160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87184" y="15133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187184" y="15133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26680" y="13533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Ionlar konsentratsiyasi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26680" y="1627632"/>
            <a:ext cx="38862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membrana orqali ionlar tarqalishi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40880" y="2258568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87184" y="249174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7187184" y="24917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26680" y="2331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Nernst tenglamasi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26680" y="2606040"/>
            <a:ext cx="38862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ion konsentratsiyasi va diffuziya potentsiali o'rtasidagi bog'liqlik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Guyton and Hall, 63-bet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1" name="Text 17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 — Membran potentsiali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0" y="457200"/>
            <a:ext cx="5074920" cy="55321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50992" y="621792"/>
            <a:ext cx="4745736" cy="4910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50992" y="5641848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Artwork by Synaptidude at en.wikipedia · CC BY-SA 3.0 (Wikimedia Commons)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572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Nernst tenglamasi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14630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1280160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2064" y="15133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" y="15133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13533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Tenglama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1627632"/>
            <a:ext cx="38862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EMF = ±61/z × log(ichki konsentratsiya/tashqi konsentratsiya)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" y="2258568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2064" y="249174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" y="24917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1560" y="2331720"/>
            <a:ext cx="38862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Z: ionning elektr zaryadi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Guyton and Hall, 63-bet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 — Membran potentsiali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O'tkazuvchanlik va Goldman tenglamasi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430000" cy="260604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078992"/>
            <a:ext cx="11100816" cy="19842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3172968"/>
            <a:ext cx="11100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Alejandro Porto · CC BY-SA 3.0 (Wikimedia Commons)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3703320"/>
            <a:ext cx="5632704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" y="388620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3867912"/>
            <a:ext cx="4764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O'tkazuvchanlik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389120"/>
            <a:ext cx="52669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4E4A"/>
                </a:solidFill>
              </a:rPr>
              <a:t>ionlar uchun membrana o'tkazuvchanligi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63056" y="3703320"/>
            <a:ext cx="5632704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27648" y="388620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6327648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48856" y="3867912"/>
            <a:ext cx="4764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Goldman tenglamasi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45936" y="4389120"/>
            <a:ext cx="52669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4E4A"/>
                </a:solidFill>
              </a:rPr>
              <a:t>bir nechta ionlar uchun diffuziya potentsiali hisoblash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Guyton and Hall, 64-bet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 — Membran potentsiali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Tinchlik membran potentsiali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6459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80160"/>
            <a:ext cx="11338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5133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15133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53312"/>
            <a:ext cx="10469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Tinchlik potentsiali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627632"/>
            <a:ext cx="104698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hujayra signallar uzatmayotganda potentsial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11338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249174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" y="24917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331720"/>
            <a:ext cx="10469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Nerv tolalarida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606040"/>
            <a:ext cx="104698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taxminan -70 mV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Guyton and Hall, 65-bet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 — Membran potentsiali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20040" y="457200"/>
            <a:ext cx="5074920" cy="55321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" y="621792"/>
            <a:ext cx="4745736" cy="4910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" y="5641848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OpenStax College · CC BY 3.0 (Wikimedia Commons)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040880" y="4572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Ionlar va membran potentsiali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040880" y="1097280"/>
            <a:ext cx="14630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7040880" y="1280160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87184" y="15133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187184" y="15133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26680" y="13533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Kaliy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26680" y="1627632"/>
            <a:ext cx="38862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ichki konsentratsiya yuqori, tashqi past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040880" y="2258568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87184" y="249174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7187184" y="24917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26680" y="2331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Natriy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26680" y="2606040"/>
            <a:ext cx="38862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ichki konsentratsiya past, tashqi yuqori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Ganong, 87-bet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1" name="Text 17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 — Membran potentsiali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0" y="457200"/>
            <a:ext cx="5074920" cy="55321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50992" y="621792"/>
            <a:ext cx="4745736" cy="4910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50992" y="5641848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B7A"/>
                </a:solidFill>
              </a:rPr>
              <a:t>Julian Taranda, Stéphane F. Maison, Jimena A. Ballestero, Eleonora Katz, Jessica Savino, Douglas E. Vetter, Jim Boulter, M. Charles Liberman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572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Ion kanallari va ularning roli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14630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1280160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2064" y="15133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" y="15133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13533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Ligand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1627632"/>
            <a:ext cx="38862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gated kanallar: ligand bog'lanishi bilan ochiladi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" y="2258568"/>
            <a:ext cx="4754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2064" y="249174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" y="24917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51560" y="2331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Voltage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" y="2606040"/>
            <a:ext cx="38862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gated kanallar: membrana potentsiali o'zgarishi bilan ochiladi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Ganong, 87-bet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1" name="Text 17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M-01 — Membran potentsiali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iMentor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Xulosa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6459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280160"/>
            <a:ext cx="11338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5133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15133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53312"/>
            <a:ext cx="10469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Membran potentsiali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627632"/>
            <a:ext cx="104698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hujayra funktsiyasi uchun muhim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11338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249174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" y="24917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331720"/>
            <a:ext cx="10469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F24"/>
                </a:solidFill>
              </a:rPr>
              <a:t>Ionlar va ularning o'tkazuvchanligi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606040"/>
            <a:ext cx="104698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4E4A"/>
                </a:solidFill>
              </a:rPr>
              <a:t>potentsialni belgilaydi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</a:rPr>
              <a:t>Manba: Guyton and Hall, 70-bet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6528816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© iMentor · Farg‘ona jamoat salomatligi tibbiyot instituti ·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881360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M-01 — Membran potentsiali</dc:title>
  <dc:subject>PptxGenJS Presentation</dc:subject>
  <dc:creator>iMentor</dc:creator>
  <cp:lastModifiedBy>iMentor</cp:lastModifiedBy>
  <cp:revision>1</cp:revision>
  <dcterms:created xsi:type="dcterms:W3CDTF">2026-08-06T15:40:08Z</dcterms:created>
  <dcterms:modified xsi:type="dcterms:W3CDTF">2026-08-06T15:40:08Z</dcterms:modified>
</cp:coreProperties>
</file>